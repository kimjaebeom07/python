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24384000" cy="13716000"/>
  <p:notesSz cx="6858000" cy="9144000"/>
  <p:embeddedFontLst>
    <p:embeddedFont>
      <p:font typeface="Geologica Roman Light"/>
      <p:regular r:id="rId31"/>
    </p:embeddedFont>
    <p:embeddedFont>
      <p:font typeface="Geologica Roman SemiBold"/>
      <p:bold r:id="rId32"/>
    </p:embeddedFont>
    <p:embeddedFont>
      <p:font typeface="Geologica Roman Medium"/>
      <p:bold r:id="rId33"/>
    </p:embeddedFont>
    <p:embeddedFont>
      <p:font typeface="Pretendard Regular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1.fntdata" Type="http://schemas.openxmlformats.org/officeDocument/2006/relationships/font"/><Relationship Id="rId32" Target="fonts/font2.fntdata" Type="http://schemas.openxmlformats.org/officeDocument/2006/relationships/font"/><Relationship Id="rId33" Target="fonts/font3.fntdata" Type="http://schemas.openxmlformats.org/officeDocument/2006/relationships/font"/><Relationship Id="rId34" Target="fonts/font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5.png" Type="http://schemas.openxmlformats.org/officeDocument/2006/relationships/image"/><Relationship Id="rId6" Target="../media/image11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1943100" y="6527800"/>
            <a:ext cx="17957800" cy="7112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 spc="-100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깃허브 정리 &amp; 타이머 / 스톱워치 프로그램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5000" y="4025900"/>
            <a:ext cx="14757400" cy="23749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l" lvl="0">
              <a:lnSpc>
                <a:spcPct val="99600"/>
              </a:lnSpc>
            </a:pPr>
            <a:r>
              <a:rPr lang="en-US" sz="13333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프로그래밍 입문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3100" y="10566400"/>
            <a:ext cx="8204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2026864011 김재범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05000" y="2717800"/>
            <a:ext cx="2120900" cy="1104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943100" y="11785600"/>
            <a:ext cx="1144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https://github.com/kimjaebeom07/Python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30500" y="10020300"/>
            <a:ext cx="189357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10300" y="1866900"/>
            <a:ext cx="42672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0" y="1600200"/>
            <a:ext cx="20815300" cy="1123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9200" y="5130800"/>
            <a:ext cx="8928100" cy="6781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64800" y="8039100"/>
            <a:ext cx="12700000" cy="387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64800" y="5130800"/>
            <a:ext cx="12700000" cy="260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6070600"/>
            <a:ext cx="11010900" cy="4991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01500" y="6070600"/>
            <a:ext cx="11595100" cy="4991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267200" y="3797300"/>
            <a:ext cx="158496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04800" y="6184900"/>
            <a:ext cx="10172700" cy="411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3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4038600"/>
            <a:ext cx="11442700" cy="840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3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84500" y="4178300"/>
            <a:ext cx="18415000" cy="808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77300" y="5892800"/>
            <a:ext cx="14541500" cy="471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3848100"/>
            <a:ext cx="7213600" cy="881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4711700"/>
            <a:ext cx="22199600" cy="749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5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3708400"/>
            <a:ext cx="7442200" cy="906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5549900"/>
            <a:ext cx="14605000" cy="539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5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5400" y="4051300"/>
            <a:ext cx="21793200" cy="848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6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0300" y="3835400"/>
            <a:ext cx="9906000" cy="8877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66500" y="6172200"/>
            <a:ext cx="12090400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6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6400" y="4660900"/>
            <a:ext cx="21043900" cy="703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7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3873500"/>
            <a:ext cx="11912600" cy="8686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84200" y="6350000"/>
            <a:ext cx="101092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7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4279900"/>
            <a:ext cx="22034500" cy="734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5080000"/>
            <a:ext cx="11341100" cy="599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5765800"/>
            <a:ext cx="106426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34798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15875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WEEK 8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4381500"/>
            <a:ext cx="219075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3238500" y="5676900"/>
            <a:ext cx="18402300" cy="23749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l" lvl="0">
              <a:lnSpc>
                <a:spcPct val="99600"/>
              </a:lnSpc>
            </a:pPr>
            <a:r>
              <a:rPr lang="en-US" sz="13333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타이머 / 스톱워치 프로그램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71800" y="2108200"/>
            <a:ext cx="8636000" cy="1017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76200" y="2108200"/>
            <a:ext cx="8636000" cy="10172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5100" y="2222500"/>
            <a:ext cx="7442200" cy="10299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74200" y="2222500"/>
            <a:ext cx="6489700" cy="1029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60800" y="2222500"/>
            <a:ext cx="6388100" cy="10299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2900" y="2032000"/>
            <a:ext cx="7315200" cy="1046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96400" y="2032000"/>
            <a:ext cx="7251700" cy="1046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16400" y="3543300"/>
            <a:ext cx="6311900" cy="744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4178300"/>
            <a:ext cx="172085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94100" y="22860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느낀점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1000" y="5702300"/>
            <a:ext cx="21082000" cy="534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 학기 동안 Python을 배우며 프로그래밍의 기초 개념을 이해할 수 있었습니다. GitHub에 학습 내용을 정리하며 복습하는 습관을 기를 수 있었고, 타이머 및 스톱워치 프로그램을 제작하면서 배운 내용을 실제로 활용해 볼 수 있었습니다. 그리고 이번 수업을 통해 프로그래밍에 대한 흥미와 자신감을 얻을 수 있었습니다.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4749800" y="6134100"/>
            <a:ext cx="14871700" cy="45974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99600"/>
              </a:lnSpc>
            </a:pPr>
            <a:r>
              <a:rPr lang="en-US" sz="9528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깃허브 : 15점</a:t>
            </a:r>
          </a:p>
          <a:p>
            <a:pPr algn="ctr" lvl="0">
              <a:lnSpc>
                <a:spcPct val="99600"/>
              </a:lnSpc>
            </a:pPr>
            <a:r>
              <a:rPr lang="en-US" sz="9528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프로젝트 : 15점</a:t>
            </a:r>
          </a:p>
          <a:p>
            <a:pPr algn="ctr" lvl="0">
              <a:lnSpc>
                <a:spcPct val="99600"/>
              </a:lnSpc>
            </a:pPr>
            <a:r>
              <a:rPr lang="en-US" sz="9528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총 30점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94100" y="4178300"/>
            <a:ext cx="172085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594100" y="2286000"/>
            <a:ext cx="166497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 spc="-2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점수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5676900" y="4114800"/>
            <a:ext cx="13919200" cy="41910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23583" b="false" i="false" u="none" strike="noStrike" spc="-3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감사합니다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4394200"/>
            <a:ext cx="3009900" cy="783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62800" y="4394200"/>
            <a:ext cx="3009900" cy="7835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35000" y="635000"/>
            <a:ext cx="5486400" cy="316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5000" y="1397000"/>
            <a:ext cx="23114000" cy="11684000"/>
          </a:xfrm>
          <a:prstGeom prst="rect">
            <a:avLst/>
          </a:prstGeom>
          <a:effectLst>
            <a:outerShdw dir="2700000" dist="269631" blurRad="233680">
              <a:srgbClr val="000000">
                <a:alpha val="4000"/>
              </a:srgbClr>
            </a:outerShdw>
          </a:effectLst>
        </p:spPr>
      </p:pic>
      <p:sp>
        <p:nvSpPr>
          <p:cNvPr name="TextBox 5" id="5"/>
          <p:cNvSpPr txBox="true"/>
          <p:nvPr/>
        </p:nvSpPr>
        <p:spPr>
          <a:xfrm rot="0">
            <a:off x="5676900" y="4114800"/>
            <a:ext cx="13919200" cy="41910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23583" b="false" i="false" u="none" strike="noStrike" spc="-300">
                <a:solidFill>
                  <a:srgbClr val="000000"/>
                </a:solidFill>
                <a:latin typeface="Geologica Roman SemiBold"/>
                <a:ea typeface="Geologica Roman SemiBold"/>
                <a:cs typeface="Geologica Roman SemiBold"/>
              </a:rPr>
              <a:t>감사합니다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9700" y="4762500"/>
            <a:ext cx="3111500" cy="740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62800" y="4762500"/>
            <a:ext cx="3111500" cy="7404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